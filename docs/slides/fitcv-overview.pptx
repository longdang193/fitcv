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  <a:latin typeface="Inter"/>
              </a:rPr>
              <a:t>FitCV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60120"/>
            <a:ext cx="1280160" cy="256032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1060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Inter"/>
              </a:rPr>
              <a:t>WHY FITCV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  <a:latin typeface="Inter"/>
              </a:rPr>
              <a:t>Evidence-first job matching
+ CV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Inter"/>
              </a:rPr>
              <a:t>Turn messy job posts into a reviewable shortlist — then generate tailored CV outputs
only when upstream evidence says “ready”.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544068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867912"/>
            <a:ext cx="50383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What changes for job seekers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233672"/>
            <a:ext cx="50383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• Compare many roles with consistent fields
• See why a role ranks higher (not vibes)
• Stop rewriting — generate CV once fit is proven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03320"/>
            <a:ext cx="525780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3867912"/>
            <a:ext cx="4855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233672"/>
            <a:ext cx="485546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Evidence gates expensive work.
FitCV keeps each run inspectable through artifacts and stage-owned truth, so you can iterate with confidence.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FCA07B-9ADB-BF56-2A73-54E3AB902CF8}"/>
              </a:ext>
            </a:extLst>
          </p:cNvPr>
          <p:cNvGrpSpPr/>
          <p:nvPr/>
        </p:nvGrpSpPr>
        <p:grpSpPr>
          <a:xfrm>
            <a:off x="640080" y="6446520"/>
            <a:ext cx="6065215" cy="320040"/>
            <a:chOff x="5486400" y="6446520"/>
            <a:chExt cx="6065215" cy="320040"/>
          </a:xfrm>
        </p:grpSpPr>
        <p:sp>
          <p:nvSpPr>
            <p:cNvPr id="18" name="TextBox 17"/>
            <p:cNvSpPr txBox="1"/>
            <p:nvPr/>
          </p:nvSpPr>
          <p:spPr>
            <a:xfrm>
              <a:off x="5486400" y="6446520"/>
              <a:ext cx="7315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dirty="0">
                  <a:solidFill>
                    <a:srgbClr val="64748B"/>
                  </a:solidFill>
                  <a:latin typeface="Inter"/>
                </a:rPr>
                <a:t>GitHub: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09360" y="6446520"/>
              <a:ext cx="52422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u="sng">
                  <a:solidFill>
                    <a:srgbClr val="E2E8F0"/>
                  </a:solidFill>
                  <a:latin typeface="Inter"/>
                </a:rPr>
                <a:t>https://github.com/longdang193/fitcv-public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  <a:latin typeface="Inter"/>
              </a:rPr>
              <a:t>FitCV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1215" y="137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2E8F0"/>
                </a:solidFill>
                <a:latin typeface="Inter"/>
              </a:rPr>
              <a:t>Job search feels like busywork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Inter"/>
              </a:rPr>
              <a:t>High volume + low signal turns applying into an exhausting, manual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654" y="2331720"/>
            <a:ext cx="3474720" cy="1417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522" y="2496312"/>
            <a:ext cx="3300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E2E8F0"/>
                </a:solidFill>
                <a:latin typeface="Inter"/>
              </a:rPr>
              <a:t>Too many posts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862072"/>
            <a:ext cx="33009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94A3B8"/>
                </a:solidFill>
                <a:latin typeface="Inter"/>
              </a:rPr>
              <a:t>You can’t read everything. You miss good roles or waste time on weak 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5117" y="2331720"/>
            <a:ext cx="3474720" cy="1417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1985" y="2496312"/>
            <a:ext cx="3300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E2E8F0"/>
                </a:solidFill>
                <a:latin typeface="Inter"/>
              </a:rPr>
              <a:t>Hard to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1985" y="2862072"/>
            <a:ext cx="33009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94A3B8"/>
                </a:solidFill>
                <a:latin typeface="Inter"/>
              </a:rPr>
              <a:t>Every posting uses different language. Apples-to-apples ranking takes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2331720"/>
            <a:ext cx="3474720" cy="1417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8452" y="2496312"/>
            <a:ext cx="3300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E2E8F0"/>
                </a:solidFill>
                <a:latin typeface="Inter"/>
              </a:rPr>
              <a:t>CV tailoring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452" y="2862072"/>
            <a:ext cx="3300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94A3B8"/>
                </a:solidFill>
                <a:latin typeface="Inter"/>
              </a:rPr>
              <a:t>Small edits add up. Copy/paste quickly becomes hours per week.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0972800" cy="2057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42231"/>
            <a:ext cx="10570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507991"/>
            <a:ext cx="1057046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94A3B8"/>
                </a:solidFill>
                <a:latin typeface="Inter"/>
              </a:rPr>
              <a:t>You spend energy formatting and guessing — not improving fit, stories, and outcomes.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38ABAC-B154-13E4-974F-91B8B68476F4}"/>
              </a:ext>
            </a:extLst>
          </p:cNvPr>
          <p:cNvGrpSpPr/>
          <p:nvPr/>
        </p:nvGrpSpPr>
        <p:grpSpPr>
          <a:xfrm>
            <a:off x="640080" y="6446520"/>
            <a:ext cx="6065215" cy="320040"/>
            <a:chOff x="5486400" y="6446520"/>
            <a:chExt cx="6065215" cy="3200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2786137-C8B5-EBA1-6173-DD2FE23F22DF}"/>
                </a:ext>
              </a:extLst>
            </p:cNvPr>
            <p:cNvSpPr txBox="1"/>
            <p:nvPr/>
          </p:nvSpPr>
          <p:spPr>
            <a:xfrm>
              <a:off x="5486400" y="6446520"/>
              <a:ext cx="7315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dirty="0">
                  <a:solidFill>
                    <a:srgbClr val="64748B"/>
                  </a:solidFill>
                  <a:latin typeface="Inter"/>
                </a:rPr>
                <a:t>GitHub: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F074B4-6762-182D-D205-DC1E835C0AAE}"/>
                </a:ext>
              </a:extLst>
            </p:cNvPr>
            <p:cNvSpPr txBox="1"/>
            <p:nvPr/>
          </p:nvSpPr>
          <p:spPr>
            <a:xfrm>
              <a:off x="6309360" y="6446520"/>
              <a:ext cx="52422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u="sng">
                  <a:solidFill>
                    <a:srgbClr val="E2E8F0"/>
                  </a:solidFill>
                  <a:latin typeface="Inter"/>
                </a:rPr>
                <a:t>https://github.com/longdang193/fitcv-public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  <a:latin typeface="Inter"/>
              </a:rPr>
              <a:t>FitCV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1215" y="137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Inter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2E8F0"/>
                </a:solidFill>
                <a:latin typeface="Inter"/>
              </a:rPr>
              <a:t>FitCV: evidence-first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Inter"/>
              </a:rPr>
              <a:t>Make decisions on structured evidence — then generate CV only when fit is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66160" cy="868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2E8F0"/>
                </a:solidFill>
                <a:latin typeface="Inter"/>
              </a:rPr>
              <a:t>1)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94A3B8"/>
                </a:solidFill>
                <a:latin typeface="Inter"/>
              </a:rPr>
              <a:t>Load many job posts
(including noisy sources)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377440"/>
            <a:ext cx="3566160" cy="868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49631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2E8F0"/>
                </a:solidFill>
                <a:latin typeface="Inter"/>
              </a:rPr>
              <a:t>2) Normalize +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Inter"/>
              </a:rPr>
              <a:t>Stable fields + explainable
shortlist and ordering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566160" cy="868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49631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2E8F0"/>
                </a:solidFill>
                <a:latin typeface="Inter"/>
              </a:rPr>
              <a:t>3)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Inter"/>
              </a:rPr>
              <a:t>CV outputs with validation
+ repair safeguards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415284"/>
            <a:ext cx="3931920" cy="566928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729DE42-089C-EB63-2C8F-48F8089EC83A}"/>
              </a:ext>
            </a:extLst>
          </p:cNvPr>
          <p:cNvGrpSpPr/>
          <p:nvPr/>
        </p:nvGrpSpPr>
        <p:grpSpPr>
          <a:xfrm>
            <a:off x="4160520" y="3456432"/>
            <a:ext cx="3931920" cy="484632"/>
            <a:chOff x="4160520" y="3511296"/>
            <a:chExt cx="3931920" cy="484632"/>
          </a:xfrm>
        </p:grpSpPr>
        <p:sp>
          <p:nvSpPr>
            <p:cNvPr id="18" name="TextBox 17"/>
            <p:cNvSpPr txBox="1"/>
            <p:nvPr/>
          </p:nvSpPr>
          <p:spPr>
            <a:xfrm>
              <a:off x="4160520" y="3511296"/>
              <a:ext cx="39319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1" dirty="0">
                  <a:solidFill>
                    <a:srgbClr val="A5B4FC"/>
                  </a:solidFill>
                  <a:latin typeface="Inter"/>
                </a:rPr>
                <a:t>Gate: generate only after review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60520" y="3767328"/>
              <a:ext cx="393192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64748B"/>
                  </a:solidFill>
                  <a:latin typeface="Inter"/>
                </a:rPr>
                <a:t>(evidence strong → then tailor CV)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640080" y="4160520"/>
            <a:ext cx="10972800" cy="19659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325112"/>
            <a:ext cx="10570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90872"/>
            <a:ext cx="1057046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Stop paying “CV tailoring tax” up front. FitCV pushes effort downstream, after shortlist is defensible.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1C1138-5396-4055-3B0E-816E76DD7A27}"/>
              </a:ext>
            </a:extLst>
          </p:cNvPr>
          <p:cNvGrpSpPr/>
          <p:nvPr/>
        </p:nvGrpSpPr>
        <p:grpSpPr>
          <a:xfrm>
            <a:off x="640080" y="6446520"/>
            <a:ext cx="6065215" cy="320040"/>
            <a:chOff x="5486400" y="6446520"/>
            <a:chExt cx="6065215" cy="3200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BB2303-CDE1-A883-B00D-5470F28607E0}"/>
                </a:ext>
              </a:extLst>
            </p:cNvPr>
            <p:cNvSpPr txBox="1"/>
            <p:nvPr/>
          </p:nvSpPr>
          <p:spPr>
            <a:xfrm>
              <a:off x="5486400" y="6446520"/>
              <a:ext cx="7315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dirty="0">
                  <a:solidFill>
                    <a:srgbClr val="64748B"/>
                  </a:solidFill>
                  <a:latin typeface="Inter"/>
                </a:rPr>
                <a:t>GitHub: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0EB150-6BAE-C953-5F7C-32FF009A4BF4}"/>
                </a:ext>
              </a:extLst>
            </p:cNvPr>
            <p:cNvSpPr txBox="1"/>
            <p:nvPr/>
          </p:nvSpPr>
          <p:spPr>
            <a:xfrm>
              <a:off x="6309360" y="6446520"/>
              <a:ext cx="52422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u="sng">
                  <a:solidFill>
                    <a:srgbClr val="E2E8F0"/>
                  </a:solidFill>
                  <a:latin typeface="Inter"/>
                </a:rPr>
                <a:t>https://github.com/longdang193/fitcv-public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  <a:latin typeface="Inter"/>
              </a:rPr>
              <a:t>FitCV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1215" y="137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Inter"/>
              </a:rPr>
              <a:t>What you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Inter"/>
              </a:rPr>
              <a:t>Key capabilities (built for clarity)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Inter"/>
              </a:rPr>
              <a:t>Features matter only if they remove pain and create learning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486400" cy="15087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404872"/>
            <a:ext cx="50840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Explainable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0632"/>
            <a:ext cx="50840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See why roles score higher using consistent fields and evidence — not gut feel.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486400" cy="15087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404872"/>
            <a:ext cx="50840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Inspectable run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770632"/>
            <a:ext cx="50840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Stage-owned truth + artifacts make decisions reviewable, repeatable, improvable.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486400" cy="15087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050792"/>
            <a:ext cx="50840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Control-plane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16552"/>
            <a:ext cx="50840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Review inputs, adjust settings, confirm changes with consistent surfaces.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86200"/>
            <a:ext cx="5486400" cy="15087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050792"/>
            <a:ext cx="50840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Safe CV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416552"/>
            <a:ext cx="50840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Validation + repair safeguards reduce “almost good” drafts and wasted edits.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23560"/>
            <a:ext cx="1280160" cy="256032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650992"/>
            <a:ext cx="1060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Inter"/>
              </a:rPr>
              <a:t>less rework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5623560"/>
            <a:ext cx="1280160" cy="256032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67128" y="5650992"/>
            <a:ext cx="1060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Inter"/>
              </a:rPr>
              <a:t>more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623560"/>
            <a:ext cx="1280160" cy="256032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8728" y="5650992"/>
            <a:ext cx="1060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Inter"/>
              </a:rPr>
              <a:t>repeatable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F14F63-05C0-DCCF-C503-4BF68A4A01B4}"/>
              </a:ext>
            </a:extLst>
          </p:cNvPr>
          <p:cNvGrpSpPr/>
          <p:nvPr/>
        </p:nvGrpSpPr>
        <p:grpSpPr>
          <a:xfrm>
            <a:off x="640080" y="6446520"/>
            <a:ext cx="6065215" cy="320040"/>
            <a:chOff x="5486400" y="6446520"/>
            <a:chExt cx="6065215" cy="32004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E8F8A6-9E78-365C-4916-0A75D27BD29C}"/>
                </a:ext>
              </a:extLst>
            </p:cNvPr>
            <p:cNvSpPr txBox="1"/>
            <p:nvPr/>
          </p:nvSpPr>
          <p:spPr>
            <a:xfrm>
              <a:off x="5486400" y="6446520"/>
              <a:ext cx="7315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dirty="0">
                  <a:solidFill>
                    <a:srgbClr val="64748B"/>
                  </a:solidFill>
                  <a:latin typeface="Inter"/>
                </a:rPr>
                <a:t>GitHub: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A372884-2270-CC80-A872-935DBF07CEAD}"/>
                </a:ext>
              </a:extLst>
            </p:cNvPr>
            <p:cNvSpPr txBox="1"/>
            <p:nvPr/>
          </p:nvSpPr>
          <p:spPr>
            <a:xfrm>
              <a:off x="6309360" y="6446520"/>
              <a:ext cx="52422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u="sng">
                  <a:solidFill>
                    <a:srgbClr val="E2E8F0"/>
                  </a:solidFill>
                  <a:latin typeface="Inter"/>
                </a:rPr>
                <a:t>https://github.com/longdang193/fitcv-public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366F1"/>
                </a:solidFill>
                <a:latin typeface="Inter"/>
              </a:rPr>
              <a:t>FitCV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1215" y="137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Inter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2E8F0"/>
                </a:solidFill>
                <a:latin typeface="Inter"/>
              </a:rPr>
              <a:t>Why FitCV for job seekers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Inter"/>
              </a:rPr>
              <a:t>Spend time where it increases outcomes: targeting, storytelling, iteration.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6118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32095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Fewer, better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62072"/>
            <a:ext cx="32095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Prioritize roles with highest fit so effort goes to best 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6118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2496312"/>
            <a:ext cx="32095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Less rewriting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862072"/>
            <a:ext cx="32095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Generate CV after fit proven — stop tailoring for roles you won’t pursue.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31720"/>
            <a:ext cx="33832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2496312"/>
            <a:ext cx="29809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Clear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862072"/>
            <a:ext cx="29809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Explainable ranking helps you refine criteria and defend choices.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0972800" cy="16916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690872"/>
            <a:ext cx="10570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Try demo (local)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056632"/>
            <a:ext cx="1057046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1) Clone: https://github.com/longdang193/fitcv-public.git
2) Follow setup: docs/setup.md
3) Open admin UI: http://localhost:8000/admin/runs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AD7676-BFFD-FA25-C2F5-DAF1CD67662B}"/>
              </a:ext>
            </a:extLst>
          </p:cNvPr>
          <p:cNvGrpSpPr/>
          <p:nvPr/>
        </p:nvGrpSpPr>
        <p:grpSpPr>
          <a:xfrm>
            <a:off x="640080" y="6446520"/>
            <a:ext cx="6065215" cy="320040"/>
            <a:chOff x="5486400" y="6446520"/>
            <a:chExt cx="6065215" cy="3200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EA5B2B-4945-5B50-3748-E62863B1F9C6}"/>
                </a:ext>
              </a:extLst>
            </p:cNvPr>
            <p:cNvSpPr txBox="1"/>
            <p:nvPr/>
          </p:nvSpPr>
          <p:spPr>
            <a:xfrm>
              <a:off x="5486400" y="6446520"/>
              <a:ext cx="7315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dirty="0">
                  <a:solidFill>
                    <a:srgbClr val="64748B"/>
                  </a:solidFill>
                  <a:latin typeface="Inter"/>
                </a:rPr>
                <a:t>GitHub: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29AC3A-A39E-AE9E-635D-753AD5928274}"/>
                </a:ext>
              </a:extLst>
            </p:cNvPr>
            <p:cNvSpPr txBox="1"/>
            <p:nvPr/>
          </p:nvSpPr>
          <p:spPr>
            <a:xfrm>
              <a:off x="6309360" y="6446520"/>
              <a:ext cx="52422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u="sng">
                  <a:solidFill>
                    <a:srgbClr val="E2E8F0"/>
                  </a:solidFill>
                  <a:latin typeface="Inter"/>
                </a:rPr>
                <a:t>https://github.com/longdang193/fitcv-public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536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dang</cp:lastModifiedBy>
  <cp:revision>3</cp:revision>
  <dcterms:created xsi:type="dcterms:W3CDTF">2013-01-27T09:14:16Z</dcterms:created>
  <dcterms:modified xsi:type="dcterms:W3CDTF">2026-05-24T21:58:26Z</dcterms:modified>
  <cp:category/>
</cp:coreProperties>
</file>